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Обясними системи за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препоръчване на музика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чрез Knowledge Graph Attention Networks (KGAT)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2286000" cy="3657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931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9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Дипломен проект |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Проблем и мотивация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475488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371600"/>
            <a:ext cx="64008" cy="9601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63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Черна кутия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дава точни прогнози, но не обяснява ЗАЩО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475488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514600"/>
            <a:ext cx="64008" cy="9601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606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Oversmoothing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971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агрегирането заглушава специфични интереси чрез масови възли (напр. "Pop")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475488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657600"/>
            <a:ext cx="64008" cy="9601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749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Непрозрачност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4114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Латентните вектори са математически ефективни, но неразбираеми за човека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60720" y="1371600"/>
            <a:ext cx="2926080" cy="32461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Решение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35040" y="210312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Механизъм за внимание (Attention) върху Knowledge Graph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Фокус върху най-релевантните пътища → прозрачни обяснения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Цели на проекта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54480" y="14630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54480" y="19202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Хетерогенен граф: User, Artist, Tag/Genre, Era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54480" y="2651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KGAT модел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31089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weights филтрират шума и извличат персонализирана информация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554480" y="3840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Path-based обяснения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42976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Проследяване на пътя с най-високо внимание + Fidelity валидация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Граф на знанието (CKG)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4572000" cy="2011680"/>
        </p:xfrm>
        <a:graphic>
          <a:graphicData uri="http://schemas.openxmlformats.org/drawingml/2006/table">
            <a:tbl>
              <a:tblPr/>
              <a:tblGrid>
                <a:gridCol w="1188720"/>
                <a:gridCol w="1828800"/>
                <a:gridCol w="1097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 възел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Източник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~Брой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Last.fm-2k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Last.fm-2k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Tag/Genre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Last.fm-2k tags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Wikidata (decades)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669280" y="1280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Релации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669280" y="173736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listens_to: User → Artist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tagged_with: Artist → Tag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active_in_era: Artist → Era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520" y="3657600"/>
            <a:ext cx="77724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365760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~32K възли  |  ~200K ребра  |  Побира се изцяло в 18GB RAM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KGAT архитектура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828800" cy="10972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60320" y="14630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9BB7"/>
                </a:solidFill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926080" y="1463040"/>
            <a:ext cx="1828800" cy="109728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0" y="14630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4630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9BB7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120640" y="1463040"/>
            <a:ext cx="1828800" cy="10972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4630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49440" y="14630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9BB7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0" y="1463040"/>
            <a:ext cx="1828800" cy="109728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14630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017520"/>
            <a:ext cx="3840480" cy="822960"/>
          </a:xfrm>
          <a:prstGeom prst="rect">
            <a:avLst/>
          </a:prstGeom>
          <a:solidFill>
            <a:srgbClr val="25327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NeighborLoader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456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training за scalability демонстрация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977640"/>
            <a:ext cx="3840480" cy="822960"/>
          </a:xfrm>
          <a:prstGeom prst="rect">
            <a:avLst/>
          </a:prstGeom>
          <a:solidFill>
            <a:srgbClr val="253272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069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Full-graph inference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4165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Гарантира пълни attention paths за обясненията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3017520"/>
            <a:ext cx="3840480" cy="822960"/>
          </a:xfrm>
          <a:prstGeom prst="rect">
            <a:avLst/>
          </a:prstGeom>
          <a:solidFill>
            <a:srgbClr val="253272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 backend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3456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Silicon M3 Pro хардуерно ускорение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3977640"/>
            <a:ext cx="3840480" cy="822960"/>
          </a:xfrm>
          <a:prstGeom prst="rect">
            <a:avLst/>
          </a:prstGeom>
          <a:solidFill>
            <a:srgbClr val="253272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4069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layers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20640" y="44165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Хиперпараметър; избягва oversmoothing риск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Обяснимост (Explainability)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7724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за attention path: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User₄₂  →  Artist A  →  Genre: Electronic  →  Artist 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0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= 0.82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 валидация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Идентифицирай top-attention възел в пътя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Премахни го (zero embedding) → повтори forward pass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Измери промяна в recommendation score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Висока промяна = faithful обяснение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2926080"/>
            <a:ext cx="2651760" cy="1828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310896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 принцип: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paths + scores, не NL шаблони. Честно представяне без over-claiming.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Стек и оценка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+ PyTorch Geometric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Last.fm-2k + Wikidata SPARQL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(интерактивен UI)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Silicon MPS backend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0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17373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NDCG@10, NDCG@20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Recall@10, Recall@20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 score (leave-one-out)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7772400" cy="1005840"/>
          </a:xfrm>
          <a:prstGeom prst="rect">
            <a:avLst/>
          </a:prstGeom>
          <a:solidFill>
            <a:srgbClr val="253272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8404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Recommendations list  |  Graph visualization  |  Baseline comparison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План-график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109728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011680" y="1325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KG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40480" y="13258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на Last.fm-2k, Wikidata SPARQL, конструиране на CKG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80160" y="1874520"/>
            <a:ext cx="0" cy="155448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029968"/>
            <a:ext cx="109728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29968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20756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KGAT модел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207568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Имплементация + обучение с NeighborLoader, MPS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280160" y="2624328"/>
            <a:ext cx="0" cy="155448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779776"/>
            <a:ext cx="109728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7977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28254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282549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extraction + Fidelity тестове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280160" y="3374136"/>
            <a:ext cx="0" cy="155448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529584"/>
            <a:ext cx="109728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529584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357530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Eval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40480" y="357530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UI, NDCG/Recall оценка, baseline сравнение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280160" y="4123944"/>
            <a:ext cx="0" cy="155448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279392"/>
            <a:ext cx="109728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279392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11680" y="43251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840480" y="43251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Анализ, написване на дипломната работа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Music Recommendation via KGAT</dc:title>
  <dc:subject>PptxGenJS Presentation</dc:subject>
  <dc:creator>KGAT Music Recommender</dc:creator>
  <cp:lastModifiedBy>KGAT Music Recommender</cp:lastModifiedBy>
  <cp:revision>1</cp:revision>
  <dcterms:created xsi:type="dcterms:W3CDTF">2026-05-12T19:25:09Z</dcterms:created>
  <dcterms:modified xsi:type="dcterms:W3CDTF">2026-05-12T19:25:09Z</dcterms:modified>
</cp:coreProperties>
</file>